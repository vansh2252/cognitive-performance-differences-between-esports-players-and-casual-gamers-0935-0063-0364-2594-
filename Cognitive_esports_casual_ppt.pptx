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7" r:id="rId12"/>
    <p:sldId id="278" r:id="rId13"/>
    <p:sldId id="279" r:id="rId14"/>
    <p:sldId id="280" r:id="rId15"/>
    <p:sldId id="275" r:id="rId16"/>
    <p:sldId id="276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143B59-7CCC-4BFA-890B-6EACC848426D}" v="101" dt="2026-04-29T17:24:02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35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karan Singh" userId="eaf6a1acf84e59d7" providerId="LiveId" clId="{EA832A13-1E82-4534-AF0E-00E8EE3113C7}"/>
    <pc:docChg chg="undo custSel addSld delSld modSld sldOrd">
      <pc:chgData name="Harkaran Singh" userId="eaf6a1acf84e59d7" providerId="LiveId" clId="{EA832A13-1E82-4534-AF0E-00E8EE3113C7}" dt="2026-04-29T17:24:31.139" v="985" actId="1036"/>
      <pc:docMkLst>
        <pc:docMk/>
      </pc:docMkLst>
      <pc:sldChg chg="modSp mod">
        <pc:chgData name="Harkaran Singh" userId="eaf6a1acf84e59d7" providerId="LiveId" clId="{EA832A13-1E82-4534-AF0E-00E8EE3113C7}" dt="2026-04-29T17:11:43.140" v="810"/>
        <pc:sldMkLst>
          <pc:docMk/>
          <pc:sldMk cId="0" sldId="256"/>
        </pc:sldMkLst>
        <pc:spChg chg="mod">
          <ac:chgData name="Harkaran Singh" userId="eaf6a1acf84e59d7" providerId="LiveId" clId="{EA832A13-1E82-4534-AF0E-00E8EE3113C7}" dt="2026-04-29T17:11:43.140" v="810"/>
          <ac:spMkLst>
            <pc:docMk/>
            <pc:sldMk cId="0" sldId="256"/>
            <ac:spMk id="4" creationId="{00000000-0000-0000-0000-000000000000}"/>
          </ac:spMkLst>
        </pc:spChg>
      </pc:sldChg>
      <pc:sldChg chg="del">
        <pc:chgData name="Harkaran Singh" userId="eaf6a1acf84e59d7" providerId="LiveId" clId="{EA832A13-1E82-4534-AF0E-00E8EE3113C7}" dt="2026-04-29T13:33:51.810" v="67" actId="2696"/>
        <pc:sldMkLst>
          <pc:docMk/>
          <pc:sldMk cId="0" sldId="257"/>
        </pc:sldMkLst>
      </pc:sldChg>
      <pc:sldChg chg="ord">
        <pc:chgData name="Harkaran Singh" userId="eaf6a1acf84e59d7" providerId="LiveId" clId="{EA832A13-1E82-4534-AF0E-00E8EE3113C7}" dt="2026-04-29T13:33:56.499" v="69"/>
        <pc:sldMkLst>
          <pc:docMk/>
          <pc:sldMk cId="2834479809" sldId="268"/>
        </pc:sldMkLst>
      </pc:sldChg>
      <pc:sldChg chg="addSp delSp modSp mod">
        <pc:chgData name="Harkaran Singh" userId="eaf6a1acf84e59d7" providerId="LiveId" clId="{EA832A13-1E82-4534-AF0E-00E8EE3113C7}" dt="2026-04-29T17:19:39.470" v="900" actId="2711"/>
        <pc:sldMkLst>
          <pc:docMk/>
          <pc:sldMk cId="0" sldId="269"/>
        </pc:sldMkLst>
        <pc:spChg chg="mod">
          <ac:chgData name="Harkaran Singh" userId="eaf6a1acf84e59d7" providerId="LiveId" clId="{EA832A13-1E82-4534-AF0E-00E8EE3113C7}" dt="2026-04-29T17:19:39.470" v="900" actId="2711"/>
          <ac:spMkLst>
            <pc:docMk/>
            <pc:sldMk cId="0" sldId="269"/>
            <ac:spMk id="2" creationId="{00000000-0000-0000-0000-000000000000}"/>
          </ac:spMkLst>
        </pc:spChg>
        <pc:spChg chg="del">
          <ac:chgData name="Harkaran Singh" userId="eaf6a1acf84e59d7" providerId="LiveId" clId="{EA832A13-1E82-4534-AF0E-00E8EE3113C7}" dt="2026-04-29T13:36:33.229" v="79" actId="478"/>
          <ac:spMkLst>
            <pc:docMk/>
            <pc:sldMk cId="0" sldId="269"/>
            <ac:spMk id="3" creationId="{00000000-0000-0000-0000-000000000000}"/>
          </ac:spMkLst>
        </pc:spChg>
        <pc:spChg chg="add del mod">
          <ac:chgData name="Harkaran Singh" userId="eaf6a1acf84e59d7" providerId="LiveId" clId="{EA832A13-1E82-4534-AF0E-00E8EE3113C7}" dt="2026-04-29T16:54:54.954" v="619" actId="47"/>
          <ac:spMkLst>
            <pc:docMk/>
            <pc:sldMk cId="0" sldId="269"/>
            <ac:spMk id="3" creationId="{4E5CF226-A911-23F4-4F34-6EC50E2F1535}"/>
          </ac:spMkLst>
        </pc:spChg>
        <pc:spChg chg="del mod">
          <ac:chgData name="Harkaran Singh" userId="eaf6a1acf84e59d7" providerId="LiveId" clId="{EA832A13-1E82-4534-AF0E-00E8EE3113C7}" dt="2026-04-29T13:40:28.580" v="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6:55:12.697" v="621" actId="255"/>
          <ac:spMkLst>
            <pc:docMk/>
            <pc:sldMk cId="0" sldId="269"/>
            <ac:spMk id="4" creationId="{E5340EB6-CC91-BF9B-7D2E-66178A706701}"/>
          </ac:spMkLst>
        </pc:spChg>
        <pc:spChg chg="add mod">
          <ac:chgData name="Harkaran Singh" userId="eaf6a1acf84e59d7" providerId="LiveId" clId="{EA832A13-1E82-4534-AF0E-00E8EE3113C7}" dt="2026-04-29T13:40:24.494" v="90" actId="1076"/>
          <ac:spMkLst>
            <pc:docMk/>
            <pc:sldMk cId="0" sldId="269"/>
            <ac:spMk id="5" creationId="{7AA54647-CF0B-642C-E653-EF42215B06EB}"/>
          </ac:spMkLst>
        </pc:spChg>
        <pc:spChg chg="add del mod">
          <ac:chgData name="Harkaran Singh" userId="eaf6a1acf84e59d7" providerId="LiveId" clId="{EA832A13-1E82-4534-AF0E-00E8EE3113C7}" dt="2026-04-29T13:41:42.537" v="110" actId="14100"/>
          <ac:spMkLst>
            <pc:docMk/>
            <pc:sldMk cId="0" sldId="269"/>
            <ac:spMk id="6" creationId="{01CF60C8-FC9A-A0CD-7B30-7164B8202B47}"/>
          </ac:spMkLst>
        </pc:spChg>
        <pc:spChg chg="add del mod">
          <ac:chgData name="Harkaran Singh" userId="eaf6a1acf84e59d7" providerId="LiveId" clId="{EA832A13-1E82-4534-AF0E-00E8EE3113C7}" dt="2026-04-29T16:54:54.300" v="616"/>
          <ac:spMkLst>
            <pc:docMk/>
            <pc:sldMk cId="0" sldId="269"/>
            <ac:spMk id="7" creationId="{94115F81-4CE0-28E6-3A6E-707B7E0037C1}"/>
          </ac:spMkLst>
        </pc:spChg>
      </pc:sldChg>
      <pc:sldChg chg="addSp delSp modSp mod">
        <pc:chgData name="Harkaran Singh" userId="eaf6a1acf84e59d7" providerId="LiveId" clId="{EA832A13-1E82-4534-AF0E-00E8EE3113C7}" dt="2026-04-29T17:19:32.681" v="899" actId="2711"/>
        <pc:sldMkLst>
          <pc:docMk/>
          <pc:sldMk cId="0" sldId="270"/>
        </pc:sldMkLst>
        <pc:spChg chg="mod">
          <ac:chgData name="Harkaran Singh" userId="eaf6a1acf84e59d7" providerId="LiveId" clId="{EA832A13-1E82-4534-AF0E-00E8EE3113C7}" dt="2026-04-29T17:19:32.681" v="899" actId="2711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37:13.248" v="84" actId="478"/>
          <ac:spMkLst>
            <pc:docMk/>
            <pc:sldMk cId="0" sldId="270"/>
            <ac:spMk id="3" creationId="{00000000-0000-0000-0000-000000000000}"/>
          </ac:spMkLst>
        </pc:spChg>
        <pc:spChg chg="add">
          <ac:chgData name="Harkaran Singh" userId="eaf6a1acf84e59d7" providerId="LiveId" clId="{EA832A13-1E82-4534-AF0E-00E8EE3113C7}" dt="2026-04-29T16:55:52.095" v="692"/>
          <ac:spMkLst>
            <pc:docMk/>
            <pc:sldMk cId="0" sldId="270"/>
            <ac:spMk id="3" creationId="{ED3F67D7-6301-D4CE-D545-F24C2F6E9A7B}"/>
          </ac:spMkLst>
        </pc:spChg>
        <pc:spChg chg="del mod">
          <ac:chgData name="Harkaran Singh" userId="eaf6a1acf84e59d7" providerId="LiveId" clId="{EA832A13-1E82-4534-AF0E-00E8EE3113C7}" dt="2026-04-29T16:57:10.957" v="71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01:07.378" v="752" actId="20577"/>
          <ac:spMkLst>
            <pc:docMk/>
            <pc:sldMk cId="0" sldId="270"/>
            <ac:spMk id="5" creationId="{0C3C068F-790C-54DA-818E-47DC6601CDE4}"/>
          </ac:spMkLst>
        </pc:spChg>
      </pc:sldChg>
      <pc:sldChg chg="addSp delSp modSp mod">
        <pc:chgData name="Harkaran Singh" userId="eaf6a1acf84e59d7" providerId="LiveId" clId="{EA832A13-1E82-4534-AF0E-00E8EE3113C7}" dt="2026-04-29T17:19:25.912" v="898" actId="2711"/>
        <pc:sldMkLst>
          <pc:docMk/>
          <pc:sldMk cId="0" sldId="271"/>
        </pc:sldMkLst>
        <pc:spChg chg="mod">
          <ac:chgData name="Harkaran Singh" userId="eaf6a1acf84e59d7" providerId="LiveId" clId="{EA832A13-1E82-4534-AF0E-00E8EE3113C7}" dt="2026-04-29T17:19:25.912" v="898" actId="2711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35:05.717" v="73" actId="478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00:56.521" v="748" actId="2711"/>
          <ac:spMkLst>
            <pc:docMk/>
            <pc:sldMk cId="0" sldId="271"/>
            <ac:spMk id="3" creationId="{3E3779E1-6B2F-B137-7514-E74FDAC69FF3}"/>
          </ac:spMkLst>
        </pc:spChg>
        <pc:spChg chg="mod">
          <ac:chgData name="Harkaran Singh" userId="eaf6a1acf84e59d7" providerId="LiveId" clId="{EA832A13-1E82-4534-AF0E-00E8EE3113C7}" dt="2026-04-29T16:59:41.395" v="732" actId="21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mod">
        <pc:chgData name="Harkaran Singh" userId="eaf6a1acf84e59d7" providerId="LiveId" clId="{EA832A13-1E82-4534-AF0E-00E8EE3113C7}" dt="2026-04-29T17:19:19.326" v="897" actId="2711"/>
        <pc:sldMkLst>
          <pc:docMk/>
          <pc:sldMk cId="0" sldId="272"/>
        </pc:sldMkLst>
        <pc:spChg chg="mod">
          <ac:chgData name="Harkaran Singh" userId="eaf6a1acf84e59d7" providerId="LiveId" clId="{EA832A13-1E82-4534-AF0E-00E8EE3113C7}" dt="2026-04-29T17:19:19.326" v="897" actId="2711"/>
          <ac:spMkLst>
            <pc:docMk/>
            <pc:sldMk cId="0" sldId="272"/>
            <ac:spMk id="2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44:59.159" v="441" actId="478"/>
          <ac:spMkLst>
            <pc:docMk/>
            <pc:sldMk cId="0" sldId="272"/>
            <ac:spMk id="3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46:07.762" v="448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3:46:42.901" v="453" actId="2710"/>
          <ac:spMkLst>
            <pc:docMk/>
            <pc:sldMk cId="0" sldId="272"/>
            <ac:spMk id="5" creationId="{DF7578F7-4347-7008-D486-43291F1211D4}"/>
          </ac:spMkLst>
        </pc:spChg>
      </pc:sldChg>
      <pc:sldChg chg="addSp delSp modSp mod">
        <pc:chgData name="Harkaran Singh" userId="eaf6a1acf84e59d7" providerId="LiveId" clId="{EA832A13-1E82-4534-AF0E-00E8EE3113C7}" dt="2026-04-29T17:19:11.327" v="896" actId="2711"/>
        <pc:sldMkLst>
          <pc:docMk/>
          <pc:sldMk cId="0" sldId="273"/>
        </pc:sldMkLst>
        <pc:spChg chg="mod">
          <ac:chgData name="Harkaran Singh" userId="eaf6a1acf84e59d7" providerId="LiveId" clId="{EA832A13-1E82-4534-AF0E-00E8EE3113C7}" dt="2026-04-29T17:19:11.327" v="896" actId="2711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46:58.249" v="456" actId="478"/>
          <ac:spMkLst>
            <pc:docMk/>
            <pc:sldMk cId="0" sldId="273"/>
            <ac:spMk id="3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09:29.830" v="783" actId="1076"/>
          <ac:spMkLst>
            <pc:docMk/>
            <pc:sldMk cId="0" sldId="273"/>
            <ac:spMk id="3" creationId="{B3D07039-F2D8-A72E-0565-EBA8FFCC045C}"/>
          </ac:spMkLst>
        </pc:spChg>
        <pc:spChg chg="del mod">
          <ac:chgData name="Harkaran Singh" userId="eaf6a1acf84e59d7" providerId="LiveId" clId="{EA832A13-1E82-4534-AF0E-00E8EE3113C7}" dt="2026-04-29T13:57:26.588" v="474"/>
          <ac:spMkLst>
            <pc:docMk/>
            <pc:sldMk cId="0" sldId="273"/>
            <ac:spMk id="4" creationId="{00000000-0000-0000-0000-000000000000}"/>
          </ac:spMkLst>
        </pc:spChg>
        <pc:spChg chg="add del mod">
          <ac:chgData name="Harkaran Singh" userId="eaf6a1acf84e59d7" providerId="LiveId" clId="{EA832A13-1E82-4534-AF0E-00E8EE3113C7}" dt="2026-04-29T17:09:31.387" v="785"/>
          <ac:spMkLst>
            <pc:docMk/>
            <pc:sldMk cId="0" sldId="273"/>
            <ac:spMk id="5" creationId="{13B22493-109F-D7CB-E23A-9EFD6FAB6551}"/>
          </ac:spMkLst>
        </pc:spChg>
      </pc:sldChg>
      <pc:sldChg chg="addSp delSp modSp mod">
        <pc:chgData name="Harkaran Singh" userId="eaf6a1acf84e59d7" providerId="LiveId" clId="{EA832A13-1E82-4534-AF0E-00E8EE3113C7}" dt="2026-04-29T17:19:04.362" v="895" actId="2711"/>
        <pc:sldMkLst>
          <pc:docMk/>
          <pc:sldMk cId="0" sldId="274"/>
        </pc:sldMkLst>
        <pc:spChg chg="mod">
          <ac:chgData name="Harkaran Singh" userId="eaf6a1acf84e59d7" providerId="LiveId" clId="{EA832A13-1E82-4534-AF0E-00E8EE3113C7}" dt="2026-04-29T17:19:04.362" v="895" actId="2711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Harkaran Singh" userId="eaf6a1acf84e59d7" providerId="LiveId" clId="{EA832A13-1E82-4534-AF0E-00E8EE3113C7}" dt="2026-04-29T13:47:57.243" v="466" actId="478"/>
          <ac:spMkLst>
            <pc:docMk/>
            <pc:sldMk cId="0" sldId="274"/>
            <ac:spMk id="3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11:12.172" v="806" actId="1076"/>
          <ac:spMkLst>
            <pc:docMk/>
            <pc:sldMk cId="0" sldId="274"/>
            <ac:spMk id="3" creationId="{09E3CEA0-1AC9-64B1-CD34-30F23F98FB77}"/>
          </ac:spMkLst>
        </pc:spChg>
        <pc:spChg chg="add del mod">
          <ac:chgData name="Harkaran Singh" userId="eaf6a1acf84e59d7" providerId="LiveId" clId="{EA832A13-1E82-4534-AF0E-00E8EE3113C7}" dt="2026-04-29T14:00:18.734" v="494" actId="478"/>
          <ac:spMkLst>
            <pc:docMk/>
            <pc:sldMk cId="0" sldId="274"/>
            <ac:spMk id="4" creationId="{00000000-0000-0000-0000-000000000000}"/>
          </ac:spMkLst>
        </pc:spChg>
        <pc:spChg chg="add del mod">
          <ac:chgData name="Harkaran Singh" userId="eaf6a1acf84e59d7" providerId="LiveId" clId="{EA832A13-1E82-4534-AF0E-00E8EE3113C7}" dt="2026-04-29T17:10:40.323" v="798"/>
          <ac:spMkLst>
            <pc:docMk/>
            <pc:sldMk cId="0" sldId="274"/>
            <ac:spMk id="5" creationId="{C965386B-936D-2E17-670B-3E5E1F293646}"/>
          </ac:spMkLst>
        </pc:spChg>
      </pc:sldChg>
      <pc:sldChg chg="addSp delSp modSp mod">
        <pc:chgData name="Harkaran Singh" userId="eaf6a1acf84e59d7" providerId="LiveId" clId="{EA832A13-1E82-4534-AF0E-00E8EE3113C7}" dt="2026-04-29T17:14:31.514" v="833"/>
        <pc:sldMkLst>
          <pc:docMk/>
          <pc:sldMk cId="0" sldId="275"/>
        </pc:sldMkLst>
        <pc:spChg chg="del">
          <ac:chgData name="Harkaran Singh" userId="eaf6a1acf84e59d7" providerId="LiveId" clId="{EA832A13-1E82-4534-AF0E-00E8EE3113C7}" dt="2026-04-29T13:51:05.639" v="469" actId="478"/>
          <ac:spMkLst>
            <pc:docMk/>
            <pc:sldMk cId="0" sldId="275"/>
            <ac:spMk id="3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14:29.890" v="831" actId="1076"/>
          <ac:spMkLst>
            <pc:docMk/>
            <pc:sldMk cId="0" sldId="275"/>
            <ac:spMk id="3" creationId="{C56FD2AF-470E-13E3-8F66-E17AC9836656}"/>
          </ac:spMkLst>
        </pc:spChg>
        <pc:spChg chg="del mod">
          <ac:chgData name="Harkaran Singh" userId="eaf6a1acf84e59d7" providerId="LiveId" clId="{EA832A13-1E82-4534-AF0E-00E8EE3113C7}" dt="2026-04-29T14:03:12.739" v="513"/>
          <ac:spMkLst>
            <pc:docMk/>
            <pc:sldMk cId="0" sldId="275"/>
            <ac:spMk id="4" creationId="{00000000-0000-0000-0000-000000000000}"/>
          </ac:spMkLst>
        </pc:spChg>
        <pc:spChg chg="add del mod">
          <ac:chgData name="Harkaran Singh" userId="eaf6a1acf84e59d7" providerId="LiveId" clId="{EA832A13-1E82-4534-AF0E-00E8EE3113C7}" dt="2026-04-29T17:14:31.514" v="833"/>
          <ac:spMkLst>
            <pc:docMk/>
            <pc:sldMk cId="0" sldId="275"/>
            <ac:spMk id="5" creationId="{6825C091-573F-BFAD-1374-D1B16A89FEBF}"/>
          </ac:spMkLst>
        </pc:spChg>
      </pc:sldChg>
      <pc:sldChg chg="addSp delSp modSp mod">
        <pc:chgData name="Harkaran Singh" userId="eaf6a1acf84e59d7" providerId="LiveId" clId="{EA832A13-1E82-4534-AF0E-00E8EE3113C7}" dt="2026-04-29T17:16:02.999" v="852"/>
        <pc:sldMkLst>
          <pc:docMk/>
          <pc:sldMk cId="0" sldId="276"/>
        </pc:sldMkLst>
        <pc:spChg chg="del mod">
          <ac:chgData name="Harkaran Singh" userId="eaf6a1acf84e59d7" providerId="LiveId" clId="{EA832A13-1E82-4534-AF0E-00E8EE3113C7}" dt="2026-04-29T14:04:15.677" v="525" actId="478"/>
          <ac:spMkLst>
            <pc:docMk/>
            <pc:sldMk cId="0" sldId="276"/>
            <ac:spMk id="3" creationId="{00000000-0000-0000-0000-000000000000}"/>
          </ac:spMkLst>
        </pc:spChg>
        <pc:spChg chg="add mod">
          <ac:chgData name="Harkaran Singh" userId="eaf6a1acf84e59d7" providerId="LiveId" clId="{EA832A13-1E82-4534-AF0E-00E8EE3113C7}" dt="2026-04-29T17:16:01.616" v="850" actId="1076"/>
          <ac:spMkLst>
            <pc:docMk/>
            <pc:sldMk cId="0" sldId="276"/>
            <ac:spMk id="3" creationId="{94C086A3-1294-3E66-CEA1-E3660DE195E2}"/>
          </ac:spMkLst>
        </pc:spChg>
        <pc:spChg chg="del mod">
          <ac:chgData name="Harkaran Singh" userId="eaf6a1acf84e59d7" providerId="LiveId" clId="{EA832A13-1E82-4534-AF0E-00E8EE3113C7}" dt="2026-04-29T14:05:41.811" v="540"/>
          <ac:spMkLst>
            <pc:docMk/>
            <pc:sldMk cId="0" sldId="276"/>
            <ac:spMk id="4" creationId="{00000000-0000-0000-0000-000000000000}"/>
          </ac:spMkLst>
        </pc:spChg>
        <pc:spChg chg="add del mod">
          <ac:chgData name="Harkaran Singh" userId="eaf6a1acf84e59d7" providerId="LiveId" clId="{EA832A13-1E82-4534-AF0E-00E8EE3113C7}" dt="2026-04-29T17:16:02.999" v="852"/>
          <ac:spMkLst>
            <pc:docMk/>
            <pc:sldMk cId="0" sldId="276"/>
            <ac:spMk id="5" creationId="{B8083B23-C825-DB38-5102-8CDDCB7EF42D}"/>
          </ac:spMkLst>
        </pc:spChg>
      </pc:sldChg>
      <pc:sldChg chg="addSp modSp new mod">
        <pc:chgData name="Harkaran Singh" userId="eaf6a1acf84e59d7" providerId="LiveId" clId="{EA832A13-1E82-4534-AF0E-00E8EE3113C7}" dt="2026-04-29T17:18:56.311" v="894" actId="1076"/>
        <pc:sldMkLst>
          <pc:docMk/>
          <pc:sldMk cId="2835610064" sldId="277"/>
        </pc:sldMkLst>
        <pc:spChg chg="add mod">
          <ac:chgData name="Harkaran Singh" userId="eaf6a1acf84e59d7" providerId="LiveId" clId="{EA832A13-1E82-4534-AF0E-00E8EE3113C7}" dt="2026-04-29T17:18:56.311" v="894" actId="1076"/>
          <ac:spMkLst>
            <pc:docMk/>
            <pc:sldMk cId="2835610064" sldId="277"/>
            <ac:spMk id="10" creationId="{217AE918-75BE-C142-D12D-B86DF7F492D1}"/>
          </ac:spMkLst>
        </pc:spChg>
        <pc:picChg chg="add mod">
          <ac:chgData name="Harkaran Singh" userId="eaf6a1acf84e59d7" providerId="LiveId" clId="{EA832A13-1E82-4534-AF0E-00E8EE3113C7}" dt="2026-04-29T17:18:15.139" v="882" actId="1076"/>
          <ac:picMkLst>
            <pc:docMk/>
            <pc:sldMk cId="2835610064" sldId="277"/>
            <ac:picMk id="3" creationId="{B1CB8020-7AC9-4BDD-D09C-C4F60BB6FB8B}"/>
          </ac:picMkLst>
        </pc:picChg>
        <pc:picChg chg="add mod">
          <ac:chgData name="Harkaran Singh" userId="eaf6a1acf84e59d7" providerId="LiveId" clId="{EA832A13-1E82-4534-AF0E-00E8EE3113C7}" dt="2026-04-29T17:18:21.613" v="883" actId="14100"/>
          <ac:picMkLst>
            <pc:docMk/>
            <pc:sldMk cId="2835610064" sldId="277"/>
            <ac:picMk id="5" creationId="{B54BF544-CE04-F1C8-4C76-60C4A9524664}"/>
          </ac:picMkLst>
        </pc:picChg>
        <pc:picChg chg="add mod">
          <ac:chgData name="Harkaran Singh" userId="eaf6a1acf84e59d7" providerId="LiveId" clId="{EA832A13-1E82-4534-AF0E-00E8EE3113C7}" dt="2026-04-29T17:17:41.537" v="874" actId="14100"/>
          <ac:picMkLst>
            <pc:docMk/>
            <pc:sldMk cId="2835610064" sldId="277"/>
            <ac:picMk id="7" creationId="{4678B1F3-4D75-E181-3484-03D733E5295C}"/>
          </ac:picMkLst>
        </pc:picChg>
        <pc:picChg chg="add mod">
          <ac:chgData name="Harkaran Singh" userId="eaf6a1acf84e59d7" providerId="LiveId" clId="{EA832A13-1E82-4534-AF0E-00E8EE3113C7}" dt="2026-04-29T17:17:35.074" v="872" actId="1076"/>
          <ac:picMkLst>
            <pc:docMk/>
            <pc:sldMk cId="2835610064" sldId="277"/>
            <ac:picMk id="9" creationId="{20A40A24-F33F-0597-5C68-675CD2A2B538}"/>
          </ac:picMkLst>
        </pc:picChg>
      </pc:sldChg>
      <pc:sldChg chg="addSp delSp modSp new mod">
        <pc:chgData name="Harkaran Singh" userId="eaf6a1acf84e59d7" providerId="LiveId" clId="{EA832A13-1E82-4534-AF0E-00E8EE3113C7}" dt="2026-04-29T17:22:49.541" v="940" actId="2711"/>
        <pc:sldMkLst>
          <pc:docMk/>
          <pc:sldMk cId="3101432033" sldId="278"/>
        </pc:sldMkLst>
        <pc:spChg chg="add mod">
          <ac:chgData name="Harkaran Singh" userId="eaf6a1acf84e59d7" providerId="LiveId" clId="{EA832A13-1E82-4534-AF0E-00E8EE3113C7}" dt="2026-04-29T17:22:49.541" v="940" actId="2711"/>
          <ac:spMkLst>
            <pc:docMk/>
            <pc:sldMk cId="3101432033" sldId="278"/>
            <ac:spMk id="12" creationId="{B500B0D9-F5B9-A817-418D-B65D91CB046A}"/>
          </ac:spMkLst>
        </pc:spChg>
        <pc:picChg chg="add mod">
          <ac:chgData name="Harkaran Singh" userId="eaf6a1acf84e59d7" providerId="LiveId" clId="{EA832A13-1E82-4534-AF0E-00E8EE3113C7}" dt="2026-04-29T17:20:49.998" v="912" actId="14100"/>
          <ac:picMkLst>
            <pc:docMk/>
            <pc:sldMk cId="3101432033" sldId="278"/>
            <ac:picMk id="3" creationId="{1345ADBD-0A9E-63E2-47F5-A7A8021548D7}"/>
          </ac:picMkLst>
        </pc:picChg>
        <pc:picChg chg="add mod">
          <ac:chgData name="Harkaran Singh" userId="eaf6a1acf84e59d7" providerId="LiveId" clId="{EA832A13-1E82-4534-AF0E-00E8EE3113C7}" dt="2026-04-29T17:20:39.342" v="911" actId="1076"/>
          <ac:picMkLst>
            <pc:docMk/>
            <pc:sldMk cId="3101432033" sldId="278"/>
            <ac:picMk id="5" creationId="{4AD0E904-F734-6B7A-5BAF-192372AF9274}"/>
          </ac:picMkLst>
        </pc:picChg>
        <pc:picChg chg="add mod">
          <ac:chgData name="Harkaran Singh" userId="eaf6a1acf84e59d7" providerId="LiveId" clId="{EA832A13-1E82-4534-AF0E-00E8EE3113C7}" dt="2026-04-29T17:20:18.564" v="908" actId="14100"/>
          <ac:picMkLst>
            <pc:docMk/>
            <pc:sldMk cId="3101432033" sldId="278"/>
            <ac:picMk id="7" creationId="{002DC285-97B3-052F-7364-BA2AFA87A175}"/>
          </ac:picMkLst>
        </pc:picChg>
        <pc:picChg chg="add mod">
          <ac:chgData name="Harkaran Singh" userId="eaf6a1acf84e59d7" providerId="LiveId" clId="{EA832A13-1E82-4534-AF0E-00E8EE3113C7}" dt="2026-04-29T17:20:55.873" v="913" actId="14100"/>
          <ac:picMkLst>
            <pc:docMk/>
            <pc:sldMk cId="3101432033" sldId="278"/>
            <ac:picMk id="9" creationId="{B8B65380-7616-D5F5-A726-E66727493B1C}"/>
          </ac:picMkLst>
        </pc:picChg>
        <pc:picChg chg="add del">
          <ac:chgData name="Harkaran Singh" userId="eaf6a1acf84e59d7" providerId="LiveId" clId="{EA832A13-1E82-4534-AF0E-00E8EE3113C7}" dt="2026-04-29T17:22:08.002" v="927" actId="478"/>
          <ac:picMkLst>
            <pc:docMk/>
            <pc:sldMk cId="3101432033" sldId="278"/>
            <ac:picMk id="11" creationId="{02CC635C-A3FB-F8D0-4614-D57DDC930C3D}"/>
          </ac:picMkLst>
        </pc:picChg>
      </pc:sldChg>
      <pc:sldChg chg="addSp modSp new mod">
        <pc:chgData name="Harkaran Singh" userId="eaf6a1acf84e59d7" providerId="LiveId" clId="{EA832A13-1E82-4534-AF0E-00E8EE3113C7}" dt="2026-04-29T17:23:22.089" v="960" actId="1037"/>
        <pc:sldMkLst>
          <pc:docMk/>
          <pc:sldMk cId="2296701311" sldId="279"/>
        </pc:sldMkLst>
        <pc:spChg chg="add mod">
          <ac:chgData name="Harkaran Singh" userId="eaf6a1acf84e59d7" providerId="LiveId" clId="{EA832A13-1E82-4534-AF0E-00E8EE3113C7}" dt="2026-04-29T17:23:22.089" v="960" actId="1037"/>
          <ac:spMkLst>
            <pc:docMk/>
            <pc:sldMk cId="2296701311" sldId="279"/>
            <ac:spMk id="10" creationId="{33224B5B-F869-14E3-244C-917D1C96C14D}"/>
          </ac:spMkLst>
        </pc:spChg>
        <pc:picChg chg="add mod">
          <ac:chgData name="Harkaran Singh" userId="eaf6a1acf84e59d7" providerId="LiveId" clId="{EA832A13-1E82-4534-AF0E-00E8EE3113C7}" dt="2026-04-29T17:21:42.625" v="925" actId="1076"/>
          <ac:picMkLst>
            <pc:docMk/>
            <pc:sldMk cId="2296701311" sldId="279"/>
            <ac:picMk id="3" creationId="{BB752E3E-12C0-EF55-6855-E560478ED64B}"/>
          </ac:picMkLst>
        </pc:picChg>
        <pc:picChg chg="add mod">
          <ac:chgData name="Harkaran Singh" userId="eaf6a1acf84e59d7" providerId="LiveId" clId="{EA832A13-1E82-4534-AF0E-00E8EE3113C7}" dt="2026-04-29T17:21:42.625" v="925" actId="1076"/>
          <ac:picMkLst>
            <pc:docMk/>
            <pc:sldMk cId="2296701311" sldId="279"/>
            <ac:picMk id="5" creationId="{FC66E78D-8F42-0CF3-9FC0-CA0CF6C34DBF}"/>
          </ac:picMkLst>
        </pc:picChg>
        <pc:picChg chg="add mod">
          <ac:chgData name="Harkaran Singh" userId="eaf6a1acf84e59d7" providerId="LiveId" clId="{EA832A13-1E82-4534-AF0E-00E8EE3113C7}" dt="2026-04-29T17:21:24.513" v="922" actId="14100"/>
          <ac:picMkLst>
            <pc:docMk/>
            <pc:sldMk cId="2296701311" sldId="279"/>
            <ac:picMk id="7" creationId="{D0937C86-DB66-F3F2-8E7F-ED141D138566}"/>
          </ac:picMkLst>
        </pc:picChg>
        <pc:picChg chg="add mod">
          <ac:chgData name="Harkaran Singh" userId="eaf6a1acf84e59d7" providerId="LiveId" clId="{EA832A13-1E82-4534-AF0E-00E8EE3113C7}" dt="2026-04-29T17:21:19.028" v="921" actId="14100"/>
          <ac:picMkLst>
            <pc:docMk/>
            <pc:sldMk cId="2296701311" sldId="279"/>
            <ac:picMk id="9" creationId="{6697A07B-F2AD-B030-8123-D9C199F013EA}"/>
          </ac:picMkLst>
        </pc:picChg>
      </pc:sldChg>
      <pc:sldChg chg="addSp modSp new mod">
        <pc:chgData name="Harkaran Singh" userId="eaf6a1acf84e59d7" providerId="LiveId" clId="{EA832A13-1E82-4534-AF0E-00E8EE3113C7}" dt="2026-04-29T17:24:31.139" v="985" actId="1036"/>
        <pc:sldMkLst>
          <pc:docMk/>
          <pc:sldMk cId="1026188972" sldId="280"/>
        </pc:sldMkLst>
        <pc:spChg chg="add mod">
          <ac:chgData name="Harkaran Singh" userId="eaf6a1acf84e59d7" providerId="LiveId" clId="{EA832A13-1E82-4534-AF0E-00E8EE3113C7}" dt="2026-04-29T17:24:31.139" v="985" actId="1036"/>
          <ac:spMkLst>
            <pc:docMk/>
            <pc:sldMk cId="1026188972" sldId="280"/>
            <ac:spMk id="4" creationId="{5E6F8FCC-1670-8DD6-3B3B-040CF9BFF200}"/>
          </ac:spMkLst>
        </pc:spChg>
        <pc:picChg chg="add mod">
          <ac:chgData name="Harkaran Singh" userId="eaf6a1acf84e59d7" providerId="LiveId" clId="{EA832A13-1E82-4534-AF0E-00E8EE3113C7}" dt="2026-04-29T17:23:53.624" v="963"/>
          <ac:picMkLst>
            <pc:docMk/>
            <pc:sldMk cId="1026188972" sldId="280"/>
            <ac:picMk id="3" creationId="{D854B3D6-F000-B5CB-9FCC-38408EE87F3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/>
            <a:r>
              <a:rPr dirty="0"/>
              <a:t>Project Presentation of CO-OP Project at Industry (Module-2) (22CS421)</a:t>
            </a:r>
          </a:p>
          <a:p>
            <a:pPr algn="ctr"/>
            <a:r>
              <a:rPr dirty="0"/>
              <a:t>On</a:t>
            </a:r>
          </a:p>
          <a:p>
            <a:pPr algn="ctr"/>
            <a:r>
              <a:rPr sz="2400" dirty="0"/>
              <a:t>Cognitive Performance Differences Between Esports Players and Casual Gamers</a:t>
            </a:r>
          </a:p>
          <a:p>
            <a:pPr algn="ctr"/>
            <a:br>
              <a:rPr dirty="0"/>
            </a:br>
            <a:r>
              <a:rPr lang="en-US" sz="2200" b="1" dirty="0"/>
              <a:t>Team Members</a:t>
            </a:r>
          </a:p>
          <a:p>
            <a:pPr algn="ctr"/>
            <a:r>
              <a:rPr lang="en-US" dirty="0"/>
              <a:t>Vansh Duggal : 2210990935</a:t>
            </a:r>
          </a:p>
          <a:p>
            <a:pPr algn="ctr"/>
            <a:r>
              <a:rPr lang="en-US" dirty="0"/>
              <a:t>Aditya Chhabra : 2210990063</a:t>
            </a:r>
          </a:p>
          <a:p>
            <a:pPr algn="ctr"/>
            <a:r>
              <a:rPr lang="en-US" dirty="0"/>
              <a:t>Pulkit Vashisht : 2210992594</a:t>
            </a:r>
          </a:p>
          <a:p>
            <a:pPr algn="ctr"/>
            <a:r>
              <a:rPr dirty="0"/>
              <a:t>Harkaran Singh</a:t>
            </a:r>
            <a:r>
              <a:rPr lang="en-US" dirty="0"/>
              <a:t> : 2210990364</a:t>
            </a:r>
            <a:endParaRPr dirty="0"/>
          </a:p>
          <a:p>
            <a:endParaRPr dirty="0"/>
          </a:p>
          <a:p>
            <a:endParaRPr dirty="0"/>
          </a:p>
          <a:p>
            <a:pPr algn="ctr"/>
            <a:r>
              <a:rPr sz="2200" b="1" dirty="0"/>
              <a:t>Supervised By</a:t>
            </a:r>
          </a:p>
          <a:p>
            <a:pPr algn="ctr"/>
            <a:r>
              <a:rPr dirty="0"/>
              <a:t>Dr. Rajat Takkar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pPr algn="ctr"/>
            <a:r>
              <a:rPr dirty="0"/>
              <a:t>Department of Computer Science and Engineering, </a:t>
            </a:r>
          </a:p>
          <a:p>
            <a:pPr algn="ctr"/>
            <a:r>
              <a:rPr dirty="0"/>
              <a:t>Chitkara University, Punjab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F60C8-FC9A-A0CD-7B30-7164B8202B47}"/>
              </a:ext>
            </a:extLst>
          </p:cNvPr>
          <p:cNvSpPr txBox="1"/>
          <p:nvPr/>
        </p:nvSpPr>
        <p:spPr>
          <a:xfrm>
            <a:off x="1757779" y="49714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E5CF226-A911-23F4-4F34-6EC50E2F1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86778"/>
            <a:ext cx="898420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340EB6-CC91-BF9B-7D2E-66178A706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27" y="782120"/>
            <a:ext cx="9126245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recent years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esports has grown rapidly into a global competitive gaming industry,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attracting professional players, international tournaments, and millions of viewers worldwide.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esports players train for several hours daily and compete in highly challenging environments that require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decision-making, strong concentration, and precise reactions.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succeed in competitive gaming, players must develop important cognitive skills such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control, working memory, visual processing, and mental flexibility.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contrast,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casual gamers typically play for entertainment or relaxation,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structured practice or competitive pressure.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these differences in gaming experience, researchers are interested in understanding whether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gaming can influence or improve cognitive abilities.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Studying these differences can help us better understand the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between gaming experience and human cognitive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research compares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 performance of esports players and casual gamers using multiple standardized cognitive tests.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3C068F-790C-54DA-818E-47DC6601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38" y="573890"/>
            <a:ext cx="8975324" cy="530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and compare the cognitive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esports players and casual gamers.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key cognitive abilities including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control, reaction speed, working memory, and cognitive flexibility.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measure participants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response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across several cognitive tasks.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cognitive abilities show the most significant differences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between competitive and casual gamers.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examine how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gaming experience may influence mental performance and information processing speed.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apply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 (Random Forest model)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players based on their cognitive test results.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whether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 performance data can effectively distinguish between esports players and casual gamers.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sz="4000" dirty="0"/>
              <a:t> /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5054" y="1757929"/>
            <a:ext cx="6995555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br>
              <a:rPr lang="en-US" sz="2000" dirty="0"/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3779E1-6B2F-B137-7514-E74FDAC69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608" y="1028343"/>
            <a:ext cx="855878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involved 100 participants, including 50 competitive esports players and 50 casual gamers.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participants completed the experiment in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controlled testing environment using the same computer setup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fairness and consistency.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participant performed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six different cognitive tests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measure important mental abilities required in gaming.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of participants was evaluated using two main measures: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(correct responses)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reaction time (speed of response).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 was analyzed using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methods such as t-tests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whether the differences between the two groups were significant.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a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model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 applied to classify participants based on their cognitive performance.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</a:t>
            </a:r>
            <a:r>
              <a:rPr dirty="0"/>
              <a:t> Tests Used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7578F7-4347-7008-D486-43291F121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" y="1330221"/>
            <a:ext cx="9011920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Flanker Task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the ability to focus on a target while ignoring distractions (attention control).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Stroop 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inhibitory control and the ability to suppress automatic responses.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N-Back Task (2-Back)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Tests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working memory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 ability to update information in the mind.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Reaction Time Task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how quickly a participant responds to a visual stimulus.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Switching 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 flexibility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the ability to switch between tasks.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Search Task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Measures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attention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how quickly a target can be found among distractors.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D07039-F2D8-A72E-0565-EBA8FFCC0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" y="751344"/>
            <a:ext cx="900074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the study show that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esports players consistently performed better than casual gamers across all cognitive tests.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players demonstrated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 levels,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scoring approximately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88–96%,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casual gamers achieved around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75–82% accuracy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same tasks.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accuracy, esports players also showed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faster reaction times,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responding much quicker to visual stimuli and task changes.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most noticeable difference appeared in the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N-Back task,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measures working memory, indicating that esports players have stronger memory and information-processing abilities.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 tasks measuring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attention, cognitive flexibility, visual search, and decision-making,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gamers showed clear advantages over casual gamers.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confirmed that these differences were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significant (p &lt; 0.001),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meaning the results are unlikely to have occurred by chance.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5730" y="5090310"/>
            <a:ext cx="630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9E3CEA0-1AC9-64B1-CD34-30F23F98F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8" y="628233"/>
            <a:ext cx="9015984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further analyze the data,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model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 used to classify whether a participant was an esports player or a casual gamer.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trained using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twelve input features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included accuracy and reaction time from each of the six cognitive tests.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divided into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80% training data and 20% testing data,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allowing the model to learn patterns and then evaluate its prediction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achieved an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classification accuracy of approximately 93.5%,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indicating that cognitive test scores can strongly predict the type of gamer.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all the features,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reaction time in the Flanker task and working memory performance in the N-Back task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were the most influential factors for classification.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suggest that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can effectively analyze cognitive performance data and distinguish between competitive and casual gamers.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B8020-7AC9-4BDD-D09C-C4F60BB6F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905074"/>
            <a:ext cx="4404897" cy="25239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BF544-CE04-F1C8-4C76-60C4A9524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85850"/>
            <a:ext cx="4510099" cy="24100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78B1F3-4D75-E181-3484-03D733E52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779" y="4007127"/>
            <a:ext cx="4404897" cy="2410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A40A24-F33F-0597-5C68-675CD2A2B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24" y="4007127"/>
            <a:ext cx="4767938" cy="24100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7AE918-75BE-C142-D12D-B86DF7F492D1}"/>
              </a:ext>
            </a:extLst>
          </p:cNvPr>
          <p:cNvSpPr txBox="1"/>
          <p:nvPr/>
        </p:nvSpPr>
        <p:spPr>
          <a:xfrm>
            <a:off x="-1" y="-20863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61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5ADBD-0A9E-63E2-47F5-A7A8021548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943" y="3728621"/>
            <a:ext cx="4707058" cy="24615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D0E904-F734-6B7A-5BAF-192372AF9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97373"/>
            <a:ext cx="4391209" cy="238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DC285-97B3-052F-7364-BA2AFA87A1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210" y="863794"/>
            <a:ext cx="4752789" cy="2666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B65380-7616-D5F5-A726-E66727493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3270"/>
            <a:ext cx="4572000" cy="25257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00B0D9-F5B9-A817-418D-B65D91CB046A}"/>
              </a:ext>
            </a:extLst>
          </p:cNvPr>
          <p:cNvSpPr txBox="1"/>
          <p:nvPr/>
        </p:nvSpPr>
        <p:spPr>
          <a:xfrm>
            <a:off x="0" y="-85984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43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52E3E-12C0-EF55-6855-E560478ED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37372"/>
            <a:ext cx="4572001" cy="24328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66E78D-8F42-0CF3-9FC0-CA0CF6C34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3837374"/>
            <a:ext cx="4571999" cy="2561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937C86-DB66-F3F2-8E7F-ED141D138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05066"/>
            <a:ext cx="4572000" cy="23239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97A07B-F2AD-B030-8123-D9C199F01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559"/>
            <a:ext cx="4572001" cy="25684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224B5B-F869-14E3-244C-917D1C96C14D}"/>
              </a:ext>
            </a:extLst>
          </p:cNvPr>
          <p:cNvSpPr txBox="1"/>
          <p:nvPr/>
        </p:nvSpPr>
        <p:spPr>
          <a:xfrm>
            <a:off x="17751" y="-62771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701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4B3D6-F000-B5CB-9FCC-38408EE87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0056"/>
            <a:ext cx="9144000" cy="49178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6F8FCC-1670-8DD6-3B3B-040CF9BFF200}"/>
              </a:ext>
            </a:extLst>
          </p:cNvPr>
          <p:cNvSpPr txBox="1"/>
          <p:nvPr/>
        </p:nvSpPr>
        <p:spPr>
          <a:xfrm>
            <a:off x="0" y="-95317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188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56FD2AF-470E-13E3-8F66-E17AC9836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8233"/>
            <a:ext cx="8906256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study examined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cognitive performance differences between esports players and casual gamers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multiple standardized cognitive tests.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showed that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esports players consistently performed better across all tasks,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higher accuracy and faster reaction times compared to casual gamers.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players showed clear advantages in important cognitive abilities such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attention control, working memory, reaction speed, and cognitive flexibility.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of the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machine learning model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supported these findings by successfully classifying players with an accuracy of approximately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93.5%.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results suggest that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competitive gaming is associated with enhanced cognitive performance,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highlighting the potential mental benefits of structured and competitive gameplay.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4C086A3-1294-3E66-CEA1-E3660DE19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42" y="1089898"/>
            <a:ext cx="8897112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could involve a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larger and more diverse group of participants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further validate and generalize the findings of this study.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studies could be conducted to examine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continuous esports training influences cognitive development over 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Researchers could also include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brain-imaging techniques such as EEG or other neuroscience tools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better understand how gaming affects brain activity.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factors such as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age, lifestyle, gaming experience, and sleep patterns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 be analyzed to understand their influence on cognitive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artificial intelligence models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 be applied to explore deeper patterns in cognitive data and improve prediction accuracy.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34777</TotalTime>
  <Words>1112</Words>
  <Application>Microsoft Office PowerPoint</Application>
  <PresentationFormat>On-screen Show (4:3)</PresentationFormat>
  <Paragraphs>111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Introduction</vt:lpstr>
      <vt:lpstr>Objective</vt:lpstr>
      <vt:lpstr>Methodology / Approach</vt:lpstr>
      <vt:lpstr>Cognitive Tests Used</vt:lpstr>
      <vt:lpstr>Key Findings</vt:lpstr>
      <vt:lpstr>Machine Learning Results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Harkaran Singh</cp:lastModifiedBy>
  <cp:revision>2300</cp:revision>
  <dcterms:created xsi:type="dcterms:W3CDTF">2010-04-09T07:36:15Z</dcterms:created>
  <dcterms:modified xsi:type="dcterms:W3CDTF">2026-04-29T17:24:57Z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